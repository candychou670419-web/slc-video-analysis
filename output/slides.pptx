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學習共同體課例研究影片分析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課例主題：小學一年級時鐘素養挑戰題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授課教師：周尚枚 老師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分析架構：描述 (Description) • 詮釋 (Interpretation) • 反思 (Reflection)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課堂設計與教學任務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任務內容：閱讀長文本，理清四個事件的先後順序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四個事件：打籃球、上垃圾、看書、看電影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挑戰難點：根據文字線索（如早上、晚餐後、九點半回家）推理時鐘指針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小組協同學習的啟動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學習組織：每組四人進行異質分組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教師指令：全組討論一致後，方可黏貼大時鐘貼紙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合作氛圍：避免個人單打獨鬥，營造討論與共識環境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學生初期的邏輯困境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直覺認知：將「打籃球」置於早上 7:30，「看電影」置於晚上 10:00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潛在衝突：忽略了文本中「晚上 9:30 必須回到家」的關鍵制約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認知盲點：一年級學童對時間順序與時長概念仍處於發展階段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小組討論中的認知衝突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尋找線索：學生在圖表與時間文本之間反覆核對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發現矛盾：如果 10:00 看電影，不可能 9:30 回到家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調整決策：啟動自發性的「撕下貼紙」與重組邏輯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教師的課堂觀察與引導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關注傾聽：教師在小組間巡視，敏銳察覺第二組的「貼上與撕下」過程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引導探究：不急於給予標準答案，保留小組思維的自主探索空間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營造安全感：包容錯誤，視錯誤為學習探究的重要起點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第一階段分享：第二組的思維歷程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上台發表：邀請第二組學生上台說明「貼了又撕、撕了又貼」的過程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邏輯修正：發現時間不夠、看電影不可能那麼晚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發表特色：展現小組合作中從錯誤走向正確的思維軌跡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第二階段分享：第六組的邏輯推理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推理細節：指出打籃球是上午 10:30，看電影是晚上 7:30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衝突點解析：若 10:00 看電影，會違反 9:30 回家的文本限制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同儕聆聽：教師引導全班仔細傾聽第六組的推理邏輯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學習共同體哲學：協同聆聽的實踐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聆聽關係：教師多次強調「大家有聽到他說的嗎？」引導全班互聽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伸展跳躍：學生在同儕解釋的啟發下，理解了時間制約的關係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民主對話：課堂不再是教師的獨白，而是學生的公共思維共享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從集體學習走向個體實踐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學習延伸：在大組討論完成後，教師發放個人「小時鐘貼紙」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自主反思：學生根據剛才的討論，獨立完成個人學習單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課後檢驗：讓每位孩子經歷「懂了」之後的親自實作驗證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本次公開課之關鍵課例啟示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錯誤的價值：錯誤與撕貼的過程是思維最活躍的時刻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文本閱讀力：一年級數學教學中，語文理解與邏輯推理同樣重要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教師的留白：教師的適度放手與提問，促成了高品質的協同學習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03228"/>
                </a:solidFill>
                <a:latin typeface="Microsoft JhengHei"/>
              </a:defRPr>
            </a:pPr>
            <a:r>
              <a:t>總結與學習共同體展望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教學願景：建立有聆聽、有探究、有伸展的溫暖課堂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未來目標：持續培養低年級學童的協同學習習慣與表達力</a:t>
            </a:r>
          </a:p>
          <a:p>
            <a:pPr>
              <a:spcAft>
                <a:spcPts val="1000"/>
              </a:spcAft>
              <a:defRPr sz="2400">
                <a:solidFill>
                  <a:srgbClr val="3C3C3C"/>
                </a:solidFill>
                <a:latin typeface="Microsoft JhengHei"/>
              </a:defRPr>
            </a:pPr>
            <a:r>
              <a:t>• 結語：讓每一位孩子的學習在課堂中真實發生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